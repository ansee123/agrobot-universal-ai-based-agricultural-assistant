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70" r:id="rId10"/>
    <p:sldId id="266" r:id="rId11"/>
    <p:sldId id="268" r:id="rId12"/>
    <p:sldId id="269" r:id="rId13"/>
    <p:sldId id="271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22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07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1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5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4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4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3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2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6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00B050"/>
                </a:solidFill>
              </a:rPr>
            </a:br>
            <a:br>
              <a:rPr lang="en-IN" b="1" dirty="0">
                <a:solidFill>
                  <a:srgbClr val="00B050"/>
                </a:solidFill>
              </a:rPr>
            </a:br>
            <a:br>
              <a:rPr lang="en-IN" b="1" dirty="0">
                <a:solidFill>
                  <a:srgbClr val="00B050"/>
                </a:solidFill>
              </a:rPr>
            </a:br>
            <a:br>
              <a:rPr lang="en-IN" b="1" dirty="0">
                <a:solidFill>
                  <a:srgbClr val="00B050"/>
                </a:solidFill>
              </a:rPr>
            </a:br>
            <a:br>
              <a:rPr lang="en-IN" b="1" dirty="0">
                <a:solidFill>
                  <a:srgbClr val="00B050"/>
                </a:solidFill>
              </a:rPr>
            </a:br>
            <a:br>
              <a:rPr lang="en-IN" b="1" dirty="0">
                <a:solidFill>
                  <a:srgbClr val="00B050"/>
                </a:solidFill>
              </a:rPr>
            </a:br>
            <a:r>
              <a:rPr b="1" dirty="0">
                <a:solidFill>
                  <a:srgbClr val="00B050"/>
                </a:solidFill>
              </a:rPr>
              <a:t>AI-</a:t>
            </a:r>
            <a:r>
              <a:rPr b="1" dirty="0" err="1">
                <a:solidFill>
                  <a:srgbClr val="00B050"/>
                </a:solidFill>
              </a:rPr>
              <a:t>AgroBot</a:t>
            </a:r>
            <a:r>
              <a:rPr b="1" dirty="0">
                <a:solidFill>
                  <a:srgbClr val="00B050"/>
                </a:solidFill>
              </a:rPr>
              <a:t>: Universal AI-based Agricultural Assistant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7B9EE-B7BB-2112-3163-3D519E1C87DA}"/>
              </a:ext>
            </a:extLst>
          </p:cNvPr>
          <p:cNvSpPr txBox="1"/>
          <p:nvPr/>
        </p:nvSpPr>
        <p:spPr>
          <a:xfrm>
            <a:off x="6007510" y="5279923"/>
            <a:ext cx="245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Ansee Geo K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Project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253" y="1965960"/>
            <a:ext cx="7514652" cy="413004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</a:t>
            </a:r>
            <a:r>
              <a:rPr lang="en-US" b="1" dirty="0"/>
              <a:t>Farmers face major challenges such as lack of proper information about fertilizers, crops, and pest control, limited access to agricultural experts in rural areas, and delays in decision-making which can reduce productivity and cause financial loss.</a:t>
            </a:r>
            <a:endParaRPr lang="en-US" dirty="0"/>
          </a:p>
          <a:p>
            <a:pPr algn="just"/>
            <a:r>
              <a:rPr lang="en-US" dirty="0"/>
              <a:t> </a:t>
            </a:r>
            <a:r>
              <a:rPr lang="en-US" b="1" dirty="0"/>
              <a:t>To overcome these issues, we developed AI-</a:t>
            </a:r>
            <a:r>
              <a:rPr lang="en-US" b="1" dirty="0" err="1"/>
              <a:t>AgroBot</a:t>
            </a:r>
            <a:r>
              <a:rPr lang="en-US" b="1" dirty="0"/>
              <a:t>, an intelligent chatbot system that allows farmers to ask questions easily and receive instant, accurate answers anytime.</a:t>
            </a:r>
            <a:endParaRPr lang="en-US" dirty="0"/>
          </a:p>
          <a:p>
            <a:pPr algn="just"/>
            <a:r>
              <a:rPr lang="en-US" dirty="0"/>
              <a:t> </a:t>
            </a:r>
            <a:r>
              <a:rPr lang="en-US" b="1" dirty="0"/>
              <a:t>This helps farmers make better decisions and improves overall agricultural productivity.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1" y="2057399"/>
            <a:ext cx="6929897" cy="3940277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dirty="0"/>
              <a:t>• Accessible advice in multiple languages</a:t>
            </a:r>
          </a:p>
          <a:p>
            <a:pPr marL="34290" indent="0">
              <a:buNone/>
            </a:pPr>
            <a:r>
              <a:rPr dirty="0"/>
              <a:t>• Accurate responses on crops, pests, fertilizers</a:t>
            </a:r>
          </a:p>
          <a:p>
            <a:pPr marL="34290" indent="0">
              <a:buNone/>
            </a:pPr>
            <a:r>
              <a:rPr dirty="0"/>
              <a:t>• Improved productivity</a:t>
            </a:r>
          </a:p>
          <a:p>
            <a:pPr marL="34290" indent="0">
              <a:buNone/>
            </a:pPr>
            <a:r>
              <a:rPr dirty="0"/>
              <a:t>• Scalable system</a:t>
            </a:r>
          </a:p>
          <a:p>
            <a:pPr marL="34290" indent="0">
              <a:buNone/>
            </a:pPr>
            <a:r>
              <a:rPr dirty="0"/>
              <a:t>• Secure user interaction</a:t>
            </a:r>
            <a:endParaRPr lang="en-US" dirty="0"/>
          </a:p>
          <a:p>
            <a:pPr marL="34290" indent="0">
              <a:buNone/>
            </a:pPr>
            <a:r>
              <a:rPr lang="en-IN" dirty="0"/>
              <a:t>• Reduce financial losses in farming</a:t>
            </a:r>
          </a:p>
          <a:p>
            <a:pPr marL="34290" indent="0">
              <a:buNone/>
            </a:pPr>
            <a:r>
              <a:rPr lang="en-IN" dirty="0"/>
              <a:t>•Enable easy access in </a:t>
            </a:r>
            <a:r>
              <a:rPr lang="en-IN" dirty="0" err="1"/>
              <a:t>anywhere,anytime</a:t>
            </a:r>
            <a:endParaRPr lang="en-IN" dirty="0"/>
          </a:p>
          <a:p>
            <a:pPr marL="34290" indent="0">
              <a:buNone/>
            </a:pPr>
            <a:endParaRPr lang="en-US" dirty="0"/>
          </a:p>
          <a:p>
            <a:pPr marL="34290" indent="0">
              <a:buNone/>
            </a:pPr>
            <a:endParaRPr lang="en-US" dirty="0"/>
          </a:p>
          <a:p>
            <a:pPr marL="34290" indent="0">
              <a:buNone/>
            </a:pPr>
            <a:endParaRPr lang="en-US" dirty="0"/>
          </a:p>
          <a:p>
            <a:pPr marL="34290" indent="0">
              <a:buNone/>
            </a:pPr>
            <a:endParaRPr lang="en-US" dirty="0"/>
          </a:p>
          <a:p>
            <a:pPr marL="3429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HTML, CSS, JS / </a:t>
            </a:r>
            <a:r>
              <a:rPr dirty="0" err="1"/>
              <a:t>Streamlit</a:t>
            </a:r>
            <a:endParaRPr dirty="0"/>
          </a:p>
          <a:p>
            <a:r>
              <a:rPr dirty="0"/>
              <a:t>Backend: Python</a:t>
            </a:r>
          </a:p>
          <a:p>
            <a:r>
              <a:rPr dirty="0"/>
              <a:t>AI: NLP</a:t>
            </a:r>
          </a:p>
          <a:p>
            <a:r>
              <a:rPr dirty="0"/>
              <a:t>Database: MySQL</a:t>
            </a:r>
            <a:endParaRPr lang="en-US" dirty="0"/>
          </a:p>
          <a:p>
            <a:r>
              <a:rPr lang="en-IN" dirty="0"/>
              <a:t>Weather API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Modules: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2359741"/>
            <a:ext cx="7404653" cy="3529781"/>
          </a:xfrm>
        </p:spPr>
        <p:txBody>
          <a:bodyPr/>
          <a:lstStyle/>
          <a:p>
            <a:r>
              <a:rPr lang="en-US" b="1" dirty="0"/>
              <a:t>User Registration &amp; Login:</a:t>
            </a:r>
            <a:br>
              <a:rPr lang="en-US" dirty="0"/>
            </a:br>
            <a:r>
              <a:rPr lang="en-US" dirty="0"/>
              <a:t>This feature allows users to create an account and securely log in to the system using their credentials. </a:t>
            </a:r>
          </a:p>
          <a:p>
            <a:r>
              <a:rPr lang="en-US" b="1" dirty="0"/>
              <a:t>Role-Based Access:</a:t>
            </a:r>
            <a:br>
              <a:rPr lang="en-US" dirty="0"/>
            </a:br>
            <a:r>
              <a:rPr lang="en-US" dirty="0"/>
              <a:t>The system provides different access levels based on user roles, such as admin or normal user.</a:t>
            </a:r>
          </a:p>
          <a:p>
            <a:r>
              <a:rPr lang="en-US" b="1" dirty="0"/>
              <a:t>User Profile:</a:t>
            </a:r>
            <a:br>
              <a:rPr lang="en-US" dirty="0"/>
            </a:br>
            <a:r>
              <a:rPr lang="en-US" dirty="0"/>
              <a:t>Each user has a personal profile where their basic information and activity details are stored..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16310"/>
            <a:ext cx="7406640" cy="1749650"/>
          </a:xfrm>
        </p:spPr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Modules: AI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110" y="1524000"/>
            <a:ext cx="7381794" cy="4572000"/>
          </a:xfrm>
        </p:spPr>
        <p:txBody>
          <a:bodyPr>
            <a:normAutofit/>
          </a:bodyPr>
          <a:lstStyle/>
          <a:p>
            <a:r>
              <a:rPr lang="en-US" b="1" dirty="0"/>
              <a:t>NLU (Natural Language Understanding):</a:t>
            </a:r>
            <a:br>
              <a:rPr lang="en-US" dirty="0"/>
            </a:br>
            <a:r>
              <a:rPr lang="en-US" dirty="0"/>
              <a:t>This component helps the system understand the user’s question. </a:t>
            </a:r>
          </a:p>
          <a:p>
            <a:r>
              <a:rPr lang="en-US" b="1" dirty="0"/>
              <a:t>Dialogue Management:</a:t>
            </a:r>
            <a:br>
              <a:rPr lang="en-US" dirty="0"/>
            </a:br>
            <a:r>
              <a:rPr lang="en-US" dirty="0"/>
              <a:t>This manages the flow of conversation between the user and the chatbot.</a:t>
            </a:r>
          </a:p>
          <a:p>
            <a:r>
              <a:rPr lang="en-US" b="1" dirty="0"/>
              <a:t>NLG (Natural Language Generation):</a:t>
            </a:r>
            <a:br>
              <a:rPr lang="en-US" dirty="0"/>
            </a:br>
            <a:r>
              <a:rPr lang="en-US" dirty="0"/>
              <a:t>After processing the query, this component generates a clear and human-like response that is easy for the user to understand.</a:t>
            </a:r>
          </a:p>
          <a:p>
            <a:r>
              <a:rPr lang="en-US" b="1" dirty="0"/>
              <a:t>Multi-Language Support:</a:t>
            </a:r>
            <a:br>
              <a:rPr lang="en-US" dirty="0"/>
            </a:br>
            <a:r>
              <a:rPr lang="en-US" dirty="0"/>
              <a:t>The system supports multiple languages, allowing farmers to interact in their preferred language, making it more accessible and user-friendly.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Modules: Knowledge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606" y="2153265"/>
            <a:ext cx="8141109" cy="3942735"/>
          </a:xfrm>
        </p:spPr>
        <p:txBody>
          <a:bodyPr>
            <a:normAutofit/>
          </a:bodyPr>
          <a:lstStyle/>
          <a:p>
            <a:r>
              <a:rPr lang="en-US" b="1" dirty="0"/>
              <a:t>Crop Information:</a:t>
            </a:r>
            <a:br>
              <a:rPr lang="en-US" dirty="0"/>
            </a:br>
            <a:r>
              <a:rPr lang="en-US" dirty="0"/>
              <a:t>The system stores detailed information about different crops, including suitable seasons, and growing conditions.</a:t>
            </a:r>
          </a:p>
          <a:p>
            <a:r>
              <a:rPr lang="en-US" b="1" dirty="0"/>
              <a:t>Pest Details:</a:t>
            </a:r>
            <a:br>
              <a:rPr lang="en-US" dirty="0"/>
            </a:br>
            <a:r>
              <a:rPr lang="en-US" dirty="0"/>
              <a:t>It contains information about common pests that affect crops, along with their symptoms and control methods.</a:t>
            </a:r>
          </a:p>
          <a:p>
            <a:r>
              <a:rPr lang="en-US" b="1" dirty="0"/>
              <a:t>Fertilizers:</a:t>
            </a:r>
            <a:br>
              <a:rPr lang="en-US" dirty="0"/>
            </a:br>
            <a:r>
              <a:rPr lang="en-US" dirty="0"/>
              <a:t>The system provides guidance on the correct type and quantity of fertilizers required for different crops, helping improve soil health and crop yield.</a:t>
            </a:r>
          </a:p>
          <a:p>
            <a:r>
              <a:rPr lang="en-US" b="1" dirty="0"/>
              <a:t>Weather &amp; Market Integration:</a:t>
            </a:r>
            <a:br>
              <a:rPr lang="en-US" dirty="0"/>
            </a:br>
            <a:r>
              <a:rPr lang="en-US" dirty="0"/>
              <a:t>The system is connected with weather and market data sources.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Modules: 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Manage Data:</a:t>
            </a:r>
            <a:br>
              <a:rPr lang="en-US" dirty="0"/>
            </a:br>
            <a:r>
              <a:rPr lang="en-US" dirty="0"/>
              <a:t>The admin can add, update, or delete agricultural information such as crops, fertilizers, pest details, and other data.</a:t>
            </a:r>
          </a:p>
          <a:p>
            <a:pPr marL="34290" indent="0">
              <a:buNone/>
            </a:pPr>
            <a:r>
              <a:rPr lang="en-US" dirty="0"/>
              <a:t>.</a:t>
            </a:r>
          </a:p>
          <a:p>
            <a:r>
              <a:rPr lang="en-US" b="1" dirty="0"/>
              <a:t>Monitor Users:</a:t>
            </a:r>
            <a:br>
              <a:rPr lang="en-US" dirty="0"/>
            </a:br>
            <a:r>
              <a:rPr lang="en-US" dirty="0"/>
              <a:t>The system allows the admin to track user activities, such as queries asked and system usage. </a:t>
            </a:r>
          </a:p>
          <a:p>
            <a:pPr marL="34290" indent="0">
              <a:buNone/>
            </a:pPr>
            <a:endParaRPr lang="en-US" dirty="0"/>
          </a:p>
          <a:p>
            <a:r>
              <a:rPr lang="en-US" b="1" dirty="0"/>
              <a:t>Improve Chatbot:</a:t>
            </a:r>
            <a:br>
              <a:rPr lang="en-US" dirty="0"/>
            </a:br>
            <a:r>
              <a:rPr lang="en-US" dirty="0"/>
              <a:t>Based on user interactions and feedback, the admin can enhance the chatbot by updating responses, improving accuracy, and fixing errors to provide better results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572030-E795-8F27-712D-44B732F7D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341" y="1158499"/>
            <a:ext cx="7777317" cy="454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13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Database Schema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8FE232-3707-9FA2-3B82-B2020C6DB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748" y="1556993"/>
            <a:ext cx="7510002" cy="50027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Feature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19" y="1828800"/>
            <a:ext cx="7829285" cy="4267200"/>
          </a:xfrm>
        </p:spPr>
        <p:txBody>
          <a:bodyPr>
            <a:normAutofit/>
          </a:bodyPr>
          <a:lstStyle/>
          <a:p>
            <a:r>
              <a:rPr lang="en-US" b="1" dirty="0"/>
              <a:t>Mobile Application:</a:t>
            </a:r>
            <a:br>
              <a:rPr lang="en-US" dirty="0"/>
            </a:br>
            <a:r>
              <a:rPr lang="en-US" dirty="0"/>
              <a:t>Developing a mobile app will make the system easily available on smartphones.</a:t>
            </a:r>
          </a:p>
          <a:p>
            <a:pPr marL="34290" indent="0">
              <a:buNone/>
            </a:pPr>
            <a:r>
              <a:rPr lang="en-US" dirty="0"/>
              <a:t>.</a:t>
            </a:r>
          </a:p>
          <a:p>
            <a:r>
              <a:rPr lang="en-US" b="1" dirty="0"/>
              <a:t>Enable Offline Mode:</a:t>
            </a:r>
            <a:br>
              <a:rPr lang="en-US" dirty="0"/>
            </a:br>
            <a:r>
              <a:rPr lang="en-US" dirty="0"/>
              <a:t>This feature allows the system to work even in areas with poor or no internet.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en-US" dirty="0" err="1"/>
              <a:t>AgroBot</a:t>
            </a:r>
            <a:r>
              <a:rPr lang="en-US" dirty="0"/>
              <a:t> provides </a:t>
            </a:r>
            <a:r>
              <a:rPr lang="en-US" b="1" dirty="0"/>
              <a:t>quick and reliable agricultural guidance</a:t>
            </a:r>
            <a:r>
              <a:rPr lang="en-US" dirty="0"/>
              <a:t> to farmers.</a:t>
            </a:r>
          </a:p>
          <a:p>
            <a:r>
              <a:rPr lang="en-US" dirty="0"/>
              <a:t>It improves </a:t>
            </a:r>
            <a:r>
              <a:rPr lang="en-US" b="1" dirty="0"/>
              <a:t>decision-making and crop productivity</a:t>
            </a:r>
            <a:r>
              <a:rPr lang="en-US" dirty="0"/>
              <a:t>.</a:t>
            </a:r>
          </a:p>
          <a:p>
            <a:r>
              <a:rPr lang="en-US" dirty="0"/>
              <a:t>Supports </a:t>
            </a:r>
            <a:r>
              <a:rPr lang="en-US" b="1" dirty="0"/>
              <a:t>multi-language interaction for better accessibility</a:t>
            </a:r>
            <a:r>
              <a:rPr lang="en-US" dirty="0"/>
              <a:t>.</a:t>
            </a:r>
          </a:p>
          <a:p>
            <a:r>
              <a:rPr lang="en-US" dirty="0"/>
              <a:t>Enables future growth with </a:t>
            </a:r>
            <a:r>
              <a:rPr lang="en-US" b="1" dirty="0"/>
              <a:t>advanced AI features and scalability</a:t>
            </a:r>
            <a:r>
              <a:rPr lang="en-US" dirty="0"/>
              <a:t>.</a:t>
            </a:r>
          </a:p>
          <a:p>
            <a:r>
              <a:rPr dirty="0"/>
              <a:t>and productivity.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6142-4340-0486-F125-E5CED6EB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265472"/>
            <a:ext cx="7406640" cy="1061884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Sample Outputs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BC7A6-F663-0D41-C8F7-92055805A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1" y="1172600"/>
            <a:ext cx="4571999" cy="24086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71CB7A-1179-17B1-66ED-8842A5E8A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394" y="3722868"/>
            <a:ext cx="4866968" cy="29384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D98373-EB62-B29C-0951-11EC2CA5ECCC}"/>
              </a:ext>
            </a:extLst>
          </p:cNvPr>
          <p:cNvSpPr txBox="1"/>
          <p:nvPr/>
        </p:nvSpPr>
        <p:spPr>
          <a:xfrm>
            <a:off x="5299587" y="2723903"/>
            <a:ext cx="278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page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AC4EF-CD8B-18C7-0FA7-BA1EEF79BD82}"/>
              </a:ext>
            </a:extLst>
          </p:cNvPr>
          <p:cNvSpPr txBox="1"/>
          <p:nvPr/>
        </p:nvSpPr>
        <p:spPr>
          <a:xfrm>
            <a:off x="1150374" y="5820697"/>
            <a:ext cx="268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Weather forecast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753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CA6C-AA76-7660-DA0D-9EAFB709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285136"/>
            <a:ext cx="7496974" cy="914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Sample Outputs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B945C-0F09-9C48-C6F5-492A4C127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0" y="1199535"/>
            <a:ext cx="4758813" cy="25539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5077BC-5ACF-2340-91FD-3373E5685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567" y="3843515"/>
            <a:ext cx="4866968" cy="25699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773945-A54D-2514-0497-716145EF29EB}"/>
              </a:ext>
            </a:extLst>
          </p:cNvPr>
          <p:cNvSpPr txBox="1"/>
          <p:nvPr/>
        </p:nvSpPr>
        <p:spPr>
          <a:xfrm>
            <a:off x="5132439" y="2829819"/>
            <a:ext cx="2733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Page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6F02C-6E51-961F-8C7B-A87105952302}"/>
              </a:ext>
            </a:extLst>
          </p:cNvPr>
          <p:cNvSpPr txBox="1"/>
          <p:nvPr/>
        </p:nvSpPr>
        <p:spPr>
          <a:xfrm>
            <a:off x="1238866" y="5703332"/>
            <a:ext cx="257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Market </a:t>
            </a:r>
            <a:r>
              <a:rPr lang="en-US" dirty="0" err="1"/>
              <a:t>Inteligence</a:t>
            </a:r>
            <a:r>
              <a:rPr lang="en-US" dirty="0"/>
              <a:t>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80968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225</TotalTime>
  <Words>602</Words>
  <Application>Microsoft Office PowerPoint</Application>
  <PresentationFormat>On-screen Show (4:3)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Corbel</vt:lpstr>
      <vt:lpstr>Basis</vt:lpstr>
      <vt:lpstr>      AI-AgroBot: Universal AI-based Agricultural Assistant</vt:lpstr>
      <vt:lpstr>Project Statement</vt:lpstr>
      <vt:lpstr>Outcomes</vt:lpstr>
      <vt:lpstr>Technologies Used</vt:lpstr>
      <vt:lpstr>Modules: Authentication</vt:lpstr>
      <vt:lpstr>Modules: AI Core</vt:lpstr>
      <vt:lpstr>Modules: Knowledge Base</vt:lpstr>
      <vt:lpstr>Modules: Admin Dashboard</vt:lpstr>
      <vt:lpstr>PowerPoint Presentation</vt:lpstr>
      <vt:lpstr>Database Schema</vt:lpstr>
      <vt:lpstr>Feature Enhancements</vt:lpstr>
      <vt:lpstr>Conclusion</vt:lpstr>
      <vt:lpstr>Sample Outputs</vt:lpstr>
      <vt:lpstr>Sample Outputs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Ansee Geo K</dc:creator>
  <cp:keywords/>
  <dc:description>generated using python-pptx</dc:description>
  <cp:lastModifiedBy>Ansee Geo</cp:lastModifiedBy>
  <cp:revision>7</cp:revision>
  <dcterms:created xsi:type="dcterms:W3CDTF">2013-01-27T09:14:16Z</dcterms:created>
  <dcterms:modified xsi:type="dcterms:W3CDTF">2026-03-18T13:35:57Z</dcterms:modified>
  <cp:category/>
</cp:coreProperties>
</file>